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1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86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06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07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03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43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03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118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4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15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74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19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97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07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54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252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437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35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3B394-9E3E-41FE-B29D-5E5FDF5548D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D3F36-7FA2-427D-A444-B24265317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9926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1BA2-BEF7-DE9C-7668-EED7064BE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401052"/>
            <a:ext cx="9001462" cy="2387600"/>
          </a:xfrm>
        </p:spPr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D4298-8C51-9BCE-30CA-5E075621A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183606"/>
            <a:ext cx="9001462" cy="2944477"/>
          </a:xfrm>
        </p:spPr>
        <p:txBody>
          <a:bodyPr>
            <a:normAutofit/>
          </a:bodyPr>
          <a:lstStyle/>
          <a:p>
            <a:r>
              <a:rPr lang="en-US" dirty="0"/>
              <a:t>There are mainly three modules which I have worked on.</a:t>
            </a:r>
          </a:p>
          <a:p>
            <a:endParaRPr lang="en-US" dirty="0"/>
          </a:p>
          <a:p>
            <a:r>
              <a:rPr lang="en-US" dirty="0"/>
              <a:t>1 . Speech To Text              2.Text to Speech</a:t>
            </a:r>
          </a:p>
          <a:p>
            <a:endParaRPr lang="en-US" dirty="0"/>
          </a:p>
          <a:p>
            <a:r>
              <a:rPr lang="en-US" dirty="0"/>
              <a:t>3. Real Time Web Search 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19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8F05-9784-2AD6-3687-11D14570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To TEXT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D88E-97EA-B44C-7EB1-46D2FA45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React-Speech-Recognition Library for conversion of Real time audio to text.</a:t>
            </a:r>
          </a:p>
          <a:p>
            <a:endParaRPr lang="en-US" dirty="0"/>
          </a:p>
          <a:p>
            <a:r>
              <a:rPr lang="en-US" dirty="0"/>
              <a:t>Created Two buttons for </a:t>
            </a:r>
            <a:r>
              <a:rPr lang="en-US" dirty="0" err="1"/>
              <a:t>for</a:t>
            </a:r>
            <a:r>
              <a:rPr lang="en-US" dirty="0"/>
              <a:t> Audio to Text Generation Start and Another for pause.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27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A6DE0-7E27-995A-9B26-4AE37AE22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23" y="100813"/>
            <a:ext cx="9593705" cy="665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1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39207E-FF27-3A4C-0C64-4E9120390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153620"/>
            <a:ext cx="11669754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4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E9844-86B5-FAAE-7232-15BB9438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80" y="418680"/>
            <a:ext cx="11641175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38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3E2F-F25E-E8FB-CF00-14AF4BDD2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 TO Speech Module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811AC-21A6-7DCE-CB57-43AB48DD7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Used Browsers Native Speech Synthesis to Generate audio directly from browser for low latency.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294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6B91-D7A0-5686-749F-73FF2A8D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Initially used piper voice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CF8B-D656-4A44-B46A-E454F6A70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its first stage Piper Voice Models were used to generate audio from text.</a:t>
            </a:r>
          </a:p>
          <a:p>
            <a:r>
              <a:rPr lang="en-US" dirty="0"/>
              <a:t>Piper Models are light weight models that gives best results while being lightweight.</a:t>
            </a:r>
          </a:p>
          <a:p>
            <a:r>
              <a:rPr lang="en-US" dirty="0"/>
              <a:t>But due to Multiple Users this voice models were having concurrency issues so after that they got replaced.</a:t>
            </a:r>
          </a:p>
          <a:p>
            <a:endParaRPr lang="en-US" dirty="0"/>
          </a:p>
          <a:p>
            <a:r>
              <a:rPr lang="en-US" dirty="0"/>
              <a:t>In this Replacement</a:t>
            </a:r>
          </a:p>
          <a:p>
            <a:r>
              <a:rPr lang="en-US" dirty="0"/>
              <a:t> We lost Human Like Voice Tone and </a:t>
            </a:r>
            <a:r>
              <a:rPr lang="en-US" dirty="0" err="1"/>
              <a:t>and</a:t>
            </a:r>
            <a:r>
              <a:rPr lang="en-US" dirty="0"/>
              <a:t> accuracy</a:t>
            </a:r>
          </a:p>
          <a:p>
            <a:r>
              <a:rPr lang="en-US" dirty="0"/>
              <a:t>We Gain Nearly Zero Latency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83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3542-8212-4DC8-1F58-709C71FD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text to speech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F105-45CE-6CBB-40F6-7C6B44367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 is text cleaning.</a:t>
            </a:r>
          </a:p>
          <a:p>
            <a:r>
              <a:rPr lang="en-US" dirty="0"/>
              <a:t>Raw Markdown text is cleaned by removing all #,##,*---*,etc.</a:t>
            </a:r>
          </a:p>
          <a:p>
            <a:r>
              <a:rPr lang="en-US" dirty="0"/>
              <a:t>Then placing ;  / * * / , / !  Instead of markdown symbols for pause.</a:t>
            </a:r>
          </a:p>
          <a:p>
            <a:r>
              <a:rPr lang="en-US" dirty="0"/>
              <a:t>Then If there are Abbreviations then there is a dictionary from which we replace ABBS with full word.</a:t>
            </a:r>
          </a:p>
          <a:p>
            <a:r>
              <a:rPr lang="en-US" dirty="0"/>
              <a:t>Then Use Browsers Synthesis API with Microsoft Heera’s Voice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03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57266-F2F2-5712-B6D3-BD48E33E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65" y="135422"/>
            <a:ext cx="10581870" cy="65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4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86DD3-CA86-7A1F-98FA-6817611D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35" y="757289"/>
            <a:ext cx="8983329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6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DDE50-7A3E-EDC4-4F8A-948CFE7D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466311"/>
            <a:ext cx="9059539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5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3E92-1B40-7696-9191-567B98CD9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 workings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6226D-E814-F932-3F4E-6004962364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Real Time Web Search Module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dirty="0" err="1"/>
              <a:t>Tavily</a:t>
            </a:r>
            <a:r>
              <a:rPr lang="en-US" dirty="0"/>
              <a:t> Search API and DuckDuckGo </a:t>
            </a:r>
            <a:r>
              <a:rPr lang="en-US"/>
              <a:t>Search Mixed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234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26</TotalTime>
  <Words>232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Modules</vt:lpstr>
      <vt:lpstr>Speech To TEXT Module</vt:lpstr>
      <vt:lpstr>PowerPoint Presentation</vt:lpstr>
      <vt:lpstr>PowerPoint Presentation</vt:lpstr>
      <vt:lpstr>PowerPoint Presentation</vt:lpstr>
      <vt:lpstr>Text TO Speech Module</vt:lpstr>
      <vt:lpstr>Initially used piper voice models</vt:lpstr>
      <vt:lpstr>Flow of text to speech</vt:lpstr>
      <vt:lpstr>PowerPoint Presentation</vt:lpstr>
      <vt:lpstr>PowerPoint Presentation</vt:lpstr>
      <vt:lpstr>PowerPoint Presentation</vt:lpstr>
      <vt:lpstr>Future workings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 TB</dc:creator>
  <cp:lastModifiedBy>ALT TB</cp:lastModifiedBy>
  <cp:revision>4</cp:revision>
  <dcterms:created xsi:type="dcterms:W3CDTF">2026-03-06T18:01:28Z</dcterms:created>
  <dcterms:modified xsi:type="dcterms:W3CDTF">2026-03-07T04:49:15Z</dcterms:modified>
</cp:coreProperties>
</file>